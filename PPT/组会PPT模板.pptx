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73" r:id="rId2"/>
    <p:sldId id="317" r:id="rId3"/>
    <p:sldId id="274" r:id="rId4"/>
    <p:sldId id="31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4C8C"/>
    <a:srgbClr val="1C49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4" autoAdjust="0"/>
    <p:restoredTop sz="94660"/>
  </p:normalViewPr>
  <p:slideViewPr>
    <p:cSldViewPr snapToGrid="0">
      <p:cViewPr>
        <p:scale>
          <a:sx n="100" d="100"/>
          <a:sy n="100" d="100"/>
        </p:scale>
        <p:origin x="921" y="19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217B3B-548E-4C82-8496-3CE39E6934D9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676B1B-D7C7-411F-B35A-C9F99802F4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489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1C624-319D-4E5D-8D0A-7811799FDA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8AC913-8C0E-4D46-92B7-4164653AA8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52588-337D-4289-9E6B-D39D37A18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BB80F-BEE6-4F47-92C9-0D67F19AE1B1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B2EFD-5CBE-401D-A576-3D9C5298C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26E6AC-2833-4A64-9476-48126ECC3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A75D3-9086-4B64-A9F7-7054D91FD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283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982D6-4D15-4495-AD05-4905A69DF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8A1B0-26DA-45E9-BDAA-2CE4FA689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61661-5F12-4564-883F-1A0ED3DBF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BB80F-BEE6-4F47-92C9-0D67F19AE1B1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E3939-AE1C-4727-8338-88BECB380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4B9A5-A3E9-49CF-87DE-2041BA466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A75D3-9086-4B64-A9F7-7054D91FD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362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78938-060F-42E6-874E-0AF84AD67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3C6234-AEFB-4F52-B152-B6AB49383B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59BCB-770B-42A6-81F3-DFE880047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BB80F-BEE6-4F47-92C9-0D67F19AE1B1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C84C23-9497-4550-B2A3-19A637A8A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A1D75-B16C-4B68-8F44-7504BC7E2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A75D3-9086-4B64-A9F7-7054D91FD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980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6A719-5FAC-4E65-B71B-42F7E2761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D96DF-2DDF-47FE-A675-543FBEBC78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D323-5830-4CC0-9995-2936056767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B4889F-B23A-4A93-9697-589A799C8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BB80F-BEE6-4F47-92C9-0D67F19AE1B1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514E2F-1278-416C-BC71-FB277779B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74A8E3-97DF-477E-80C3-8B4C02CFE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A75D3-9086-4B64-A9F7-7054D91FD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591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116A4-050F-4CA0-8AC5-A15364D44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B4E2AD-6658-4342-B13F-A91F7BF2B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398A2A-64E1-4776-BBA4-1C57EA5818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06AC51-8AB8-4D46-9020-7441599D75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191224-DF6F-4871-A901-DD782C82C7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8BE521-8352-4A72-8F62-A3F89900C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BB80F-BEE6-4F47-92C9-0D67F19AE1B1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D2B624-557F-447C-9F37-C03F510A9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5C93C1-30F6-41EC-9C42-37B559C42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A75D3-9086-4B64-A9F7-7054D91FD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30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20487-3D46-44C2-8ABA-024AD911A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707800-EDD2-4EE8-919F-7E4371AE7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BB80F-BEE6-4F47-92C9-0D67F19AE1B1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AD9C91-B29D-4568-8693-0647DB3F2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B4CD94-DFD1-49A1-A5A2-1578B3960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A75D3-9086-4B64-A9F7-7054D91FD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596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D77B13-16EC-4830-9E08-D50AA57F2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BB80F-BEE6-4F47-92C9-0D67F19AE1B1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672456-7622-438E-ABD0-9FA53597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283EC-4A1D-4667-A577-CD7FE2CD1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A75D3-9086-4B64-A9F7-7054D91FD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85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EF8E8-E2BF-45AD-8E99-1BDE46CC4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570EA-0DF0-48E2-AD25-3D53D51D2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7AEBC5-F7F8-4D2C-B6B2-73229F0EC6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74E31E-0347-4409-9873-042283C5C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BB80F-BEE6-4F47-92C9-0D67F19AE1B1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62A9DF-5858-4982-AEDF-EACBE3369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C8BD57-5ACF-4334-B164-2947085F5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A75D3-9086-4B64-A9F7-7054D91FD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99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A2058-4625-4DA9-915F-C95879A26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73CFEF-22B9-43DB-AB48-D960E7EBA8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2D8559-3533-4FBA-A3C3-5B94CE6971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B5E22F-2D0F-41BE-AFE7-253BE634A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BB80F-BEE6-4F47-92C9-0D67F19AE1B1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F1C382-D264-4079-B6A8-1FF371F07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817950-01FF-453A-A34E-19FC6DA51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A75D3-9086-4B64-A9F7-7054D91FD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185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018B8-6B5B-4492-95F2-F7154CA99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C70CBA-348C-4895-88DD-67113DB41E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356C7-7D9F-4529-9445-93895A89C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BB80F-BEE6-4F47-92C9-0D67F19AE1B1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8727E-A1F9-4D0B-9F8F-E0902A9AC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9B1F0-C9AA-47FF-B958-8A094C63F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A75D3-9086-4B64-A9F7-7054D91FD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334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CB733E-A158-4FCB-AB36-ED34AF9D05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558FA4-7EFC-4F7E-994E-ED69D8B75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DBCA6-29C2-4470-949B-377724B5A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BB80F-BEE6-4F47-92C9-0D67F19AE1B1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3F7C0-101A-4A73-A87E-9543BE2B0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2AE1EA-DD67-41F6-AB4F-BC19F61A8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A75D3-9086-4B64-A9F7-7054D91FD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7515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B502-58F8-422C-9DE3-8AA001458616}" type="datetime1">
              <a:rPr lang="zh-CN" altLang="en-US" smtClean="0"/>
              <a:t>2025/9/2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6AFD64F0-5018-4E6E-A20B-8D7DA5A17E99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3878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73EB03-812C-458B-AE90-2DAE9F71D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FDF09B-FF6E-46D9-913D-A9415825BD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012C3-3717-48DD-8529-6D099C3D8F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8BB80F-BEE6-4F47-92C9-0D67F19AE1B1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DFDF4-EBA4-4281-9895-3A4853F3A8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C6A4F-4F26-4681-8C60-7E8F8890A4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A75D3-9086-4B64-A9F7-7054D91FD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284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Timeline&#10;&#10;Description automatically generated with medium confidence">
            <a:extLst>
              <a:ext uri="{FF2B5EF4-FFF2-40B4-BE49-F238E27FC236}">
                <a16:creationId xmlns:a16="http://schemas.microsoft.com/office/drawing/2014/main" id="{E05511B2-9A3F-4B11-8208-E6FA349AC7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3589811" cy="964121"/>
          </a:xfrm>
          <a:prstGeom prst="rect">
            <a:avLst/>
          </a:prstGeom>
        </p:spPr>
      </p:pic>
      <p:sp>
        <p:nvSpPr>
          <p:cNvPr id="3" name="文本框 25">
            <a:extLst>
              <a:ext uri="{FF2B5EF4-FFF2-40B4-BE49-F238E27FC236}">
                <a16:creationId xmlns:a16="http://schemas.microsoft.com/office/drawing/2014/main" id="{24D4B188-98E9-42CA-A11D-154A256B7986}"/>
              </a:ext>
            </a:extLst>
          </p:cNvPr>
          <p:cNvSpPr txBox="1"/>
          <p:nvPr/>
        </p:nvSpPr>
        <p:spPr>
          <a:xfrm>
            <a:off x="323848" y="2274643"/>
            <a:ext cx="11544302" cy="1005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lnSpc>
                <a:spcPct val="120000"/>
              </a:lnSpc>
            </a:pPr>
            <a:r>
              <a:rPr lang="zh-CN" altLang="en-US" sz="5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lt"/>
              </a:rPr>
              <a:t>标题</a:t>
            </a:r>
          </a:p>
        </p:txBody>
      </p:sp>
      <p:sp>
        <p:nvSpPr>
          <p:cNvPr id="4" name="文本框 25">
            <a:extLst>
              <a:ext uri="{FF2B5EF4-FFF2-40B4-BE49-F238E27FC236}">
                <a16:creationId xmlns:a16="http://schemas.microsoft.com/office/drawing/2014/main" id="{E4DB4D3D-2ECF-4FE6-8EF4-489385D2F9A1}"/>
              </a:ext>
            </a:extLst>
          </p:cNvPr>
          <p:cNvSpPr txBox="1"/>
          <p:nvPr/>
        </p:nvSpPr>
        <p:spPr>
          <a:xfrm>
            <a:off x="1585137" y="3971298"/>
            <a:ext cx="9021724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spcBef>
                <a:spcPts val="600"/>
              </a:spcBef>
              <a:spcAft>
                <a:spcPts val="600"/>
              </a:spcAft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lt"/>
              </a:rPr>
              <a:t>魏静轩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  <a:p>
            <a:pPr algn="ctr" defTabSz="685800">
              <a:spcBef>
                <a:spcPts val="600"/>
              </a:spcBef>
              <a:spcAft>
                <a:spcPts val="600"/>
              </a:spcAft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lt"/>
              </a:rPr>
              <a:t>电子科技大学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  <a:p>
            <a:pPr algn="ctr" defTabSz="685800">
              <a:spcBef>
                <a:spcPts val="600"/>
              </a:spcBef>
              <a:spcAft>
                <a:spcPts val="600"/>
              </a:spcAft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lt"/>
              </a:rPr>
              <a:t>Email: </a:t>
            </a:r>
            <a:r>
              <a:rPr lang="en-US" altLang="zh-CN" sz="2800" u="sng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lt"/>
              </a:rPr>
              <a:t>jxwei@uestc.edu.cn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CEC1F0D-A587-4FCC-B638-C7A416366B4E}"/>
              </a:ext>
            </a:extLst>
          </p:cNvPr>
          <p:cNvCxnSpPr>
            <a:cxnSpLocks/>
          </p:cNvCxnSpPr>
          <p:nvPr/>
        </p:nvCxnSpPr>
        <p:spPr>
          <a:xfrm>
            <a:off x="0" y="964121"/>
            <a:ext cx="12192002" cy="0"/>
          </a:xfrm>
          <a:prstGeom prst="line">
            <a:avLst/>
          </a:prstGeom>
          <a:noFill/>
          <a:ln w="38100" cap="flat" cmpd="sng" algn="ctr">
            <a:solidFill>
              <a:srgbClr val="164C8C"/>
            </a:solidFill>
            <a:prstDash val="solid"/>
            <a:miter lim="800000"/>
          </a:ln>
          <a:effectLst/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3C181C2-5D9E-4274-8D30-AAEFC94FE076}"/>
              </a:ext>
            </a:extLst>
          </p:cNvPr>
          <p:cNvSpPr txBox="1"/>
          <p:nvPr/>
        </p:nvSpPr>
        <p:spPr>
          <a:xfrm>
            <a:off x="7177314" y="220451"/>
            <a:ext cx="47793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200"/>
            <a:r>
              <a:rPr lang="en-US" altLang="zh-CN" sz="3200" b="1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xxx</a:t>
            </a:r>
            <a:endParaRPr lang="en-US" sz="3200" b="1" dirty="0">
              <a:solidFill>
                <a:srgbClr val="000000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CDFCEC1-C72C-4AFF-9C6E-EE15DF50B3A1}"/>
              </a:ext>
            </a:extLst>
          </p:cNvPr>
          <p:cNvGrpSpPr/>
          <p:nvPr/>
        </p:nvGrpSpPr>
        <p:grpSpPr>
          <a:xfrm>
            <a:off x="-1" y="6042322"/>
            <a:ext cx="12192002" cy="815678"/>
            <a:chOff x="-1" y="5114925"/>
            <a:chExt cx="12192002" cy="1743075"/>
          </a:xfrm>
        </p:grpSpPr>
        <p:sp>
          <p:nvSpPr>
            <p:cNvPr id="9" name="íṥ1íde">
              <a:extLst>
                <a:ext uri="{FF2B5EF4-FFF2-40B4-BE49-F238E27FC236}">
                  <a16:creationId xmlns:a16="http://schemas.microsoft.com/office/drawing/2014/main" id="{6E2BA51F-A4D9-4F46-8543-10DB138EA98E}"/>
                </a:ext>
              </a:extLst>
            </p:cNvPr>
            <p:cNvSpPr/>
            <p:nvPr/>
          </p:nvSpPr>
          <p:spPr>
            <a:xfrm>
              <a:off x="-1" y="5114925"/>
              <a:ext cx="12192001" cy="1743075"/>
            </a:xfrm>
            <a:custGeom>
              <a:avLst/>
              <a:gdLst/>
              <a:ahLst/>
              <a:cxnLst/>
              <a:rect l="0" t="0" r="0" b="0"/>
              <a:pathLst>
                <a:path w="12192001" h="3741094" extrusionOk="0">
                  <a:moveTo>
                    <a:pt x="0" y="51100"/>
                  </a:moveTo>
                  <a:cubicBezTo>
                    <a:pt x="1197428" y="-363602"/>
                    <a:pt x="4795521" y="1882077"/>
                    <a:pt x="6831875" y="1879900"/>
                  </a:cubicBezTo>
                  <a:cubicBezTo>
                    <a:pt x="8868229" y="1877723"/>
                    <a:pt x="11357429" y="825119"/>
                    <a:pt x="12192000" y="1239821"/>
                  </a:cubicBezTo>
                  <a:cubicBezTo>
                    <a:pt x="12192000" y="2073579"/>
                    <a:pt x="12192001" y="2907336"/>
                    <a:pt x="12192001" y="3741094"/>
                  </a:cubicBezTo>
                  <a:lnTo>
                    <a:pt x="1" y="3741094"/>
                  </a:lnTo>
                  <a:cubicBezTo>
                    <a:pt x="1" y="2511096"/>
                    <a:pt x="0" y="1281098"/>
                    <a:pt x="0" y="51100"/>
                  </a:cubicBezTo>
                  <a:close/>
                </a:path>
              </a:pathLst>
            </a:custGeom>
            <a:solidFill>
              <a:srgbClr val="FFFFFF">
                <a:lumMod val="85000"/>
              </a:srgbClr>
            </a:solidFill>
            <a:ln>
              <a:noFill/>
            </a:ln>
            <a:effectLst/>
          </p:spPr>
          <p:txBody>
            <a:bodyPr spcFirstLastPara="1" wrap="square" lIns="91440" tIns="45720" rIns="91440" bIns="45720" anchor="ctr" anchorCtr="0">
              <a:normAutofit fontScale="25000" lnSpcReduction="20000"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90204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YaHei"/>
              </a:endParaRPr>
            </a:p>
          </p:txBody>
        </p:sp>
        <p:sp>
          <p:nvSpPr>
            <p:cNvPr id="10" name="ïsļidê">
              <a:extLst>
                <a:ext uri="{FF2B5EF4-FFF2-40B4-BE49-F238E27FC236}">
                  <a16:creationId xmlns:a16="http://schemas.microsoft.com/office/drawing/2014/main" id="{E039ED5A-27C8-46FD-A729-046833071DC5}"/>
                </a:ext>
              </a:extLst>
            </p:cNvPr>
            <p:cNvSpPr/>
            <p:nvPr/>
          </p:nvSpPr>
          <p:spPr>
            <a:xfrm>
              <a:off x="0" y="5729076"/>
              <a:ext cx="12192001" cy="1128921"/>
            </a:xfrm>
            <a:custGeom>
              <a:avLst/>
              <a:gdLst/>
              <a:ahLst/>
              <a:cxnLst/>
              <a:rect l="0" t="0" r="0" b="0"/>
              <a:pathLst>
                <a:path w="12192001" h="3741094" extrusionOk="0">
                  <a:moveTo>
                    <a:pt x="0" y="51100"/>
                  </a:moveTo>
                  <a:cubicBezTo>
                    <a:pt x="1197428" y="-363602"/>
                    <a:pt x="4795521" y="1882077"/>
                    <a:pt x="6831875" y="1879900"/>
                  </a:cubicBezTo>
                  <a:cubicBezTo>
                    <a:pt x="8868229" y="1877723"/>
                    <a:pt x="11357429" y="825119"/>
                    <a:pt x="12192000" y="1239821"/>
                  </a:cubicBezTo>
                  <a:cubicBezTo>
                    <a:pt x="12192000" y="2073579"/>
                    <a:pt x="12192001" y="2907336"/>
                    <a:pt x="12192001" y="3741094"/>
                  </a:cubicBezTo>
                  <a:lnTo>
                    <a:pt x="1" y="3741094"/>
                  </a:lnTo>
                  <a:cubicBezTo>
                    <a:pt x="1" y="2511096"/>
                    <a:pt x="0" y="1281098"/>
                    <a:pt x="0" y="51100"/>
                  </a:cubicBezTo>
                  <a:close/>
                </a:path>
              </a:pathLst>
            </a:custGeom>
            <a:solidFill>
              <a:srgbClr val="083F7F"/>
            </a:solidFill>
            <a:ln>
              <a:noFill/>
            </a:ln>
            <a:effectLst/>
          </p:spPr>
          <p:txBody>
            <a:bodyPr spcFirstLastPara="1" wrap="square" lIns="91440" tIns="45720" rIns="91440" bIns="45720" anchor="ctr" anchorCtr="0">
              <a:normAutofit fontScale="25000" lnSpcReduction="20000"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90204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YaHei"/>
              </a:endParaRPr>
            </a:p>
          </p:txBody>
        </p:sp>
      </p:grp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F22F27CA-5E6E-4762-8DE2-3B18CBE709A2}"/>
              </a:ext>
            </a:extLst>
          </p:cNvPr>
          <p:cNvSpPr txBox="1">
            <a:spLocks/>
          </p:cNvSpPr>
          <p:nvPr/>
        </p:nvSpPr>
        <p:spPr>
          <a:xfrm>
            <a:off x="9213479" y="6492875"/>
            <a:ext cx="27432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AFD64F0-5018-4E6E-A20B-8D7DA5A17E99}" type="slidenum">
              <a:rPr lang="zh-CN" altLang="en-US" sz="2000" smtClean="0">
                <a:solidFill>
                  <a:schemeClr val="bg1"/>
                </a:solidFill>
                <a:latin typeface="Arial"/>
                <a:ea typeface="Microsoft YaHei"/>
              </a:rPr>
              <a:pPr/>
              <a:t>1</a:t>
            </a:fld>
            <a:endParaRPr lang="zh-CN" altLang="en-US" sz="2000" dirty="0">
              <a:solidFill>
                <a:schemeClr val="bg1"/>
              </a:solidFill>
              <a:latin typeface="Arial"/>
              <a:ea typeface="Microsoft YaHei"/>
            </a:endParaRPr>
          </a:p>
        </p:txBody>
      </p:sp>
      <p:pic>
        <p:nvPicPr>
          <p:cNvPr id="15" name="图片 1">
            <a:extLst>
              <a:ext uri="{FF2B5EF4-FFF2-40B4-BE49-F238E27FC236}">
                <a16:creationId xmlns:a16="http://schemas.microsoft.com/office/drawing/2014/main" id="{9E88EFE0-685C-4824-9D5F-1BB1CF8EDE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" y="0"/>
            <a:ext cx="990599" cy="98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781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imeline&#10;&#10;Description automatically generated with medium confidence">
            <a:extLst>
              <a:ext uri="{FF2B5EF4-FFF2-40B4-BE49-F238E27FC236}">
                <a16:creationId xmlns:a16="http://schemas.microsoft.com/office/drawing/2014/main" id="{4F2A2A8F-9517-4690-9118-9E9C119DEE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3589811" cy="964121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CEC1F0D-A587-4FCC-B638-C7A416366B4E}"/>
              </a:ext>
            </a:extLst>
          </p:cNvPr>
          <p:cNvCxnSpPr>
            <a:cxnSpLocks/>
          </p:cNvCxnSpPr>
          <p:nvPr/>
        </p:nvCxnSpPr>
        <p:spPr>
          <a:xfrm>
            <a:off x="0" y="964121"/>
            <a:ext cx="12192002" cy="0"/>
          </a:xfrm>
          <a:prstGeom prst="line">
            <a:avLst/>
          </a:prstGeom>
          <a:noFill/>
          <a:ln w="38100" cap="flat" cmpd="sng" algn="ctr">
            <a:solidFill>
              <a:srgbClr val="164C8C"/>
            </a:solidFill>
            <a:prstDash val="solid"/>
            <a:miter lim="800000"/>
          </a:ln>
          <a:effectLst/>
        </p:spPr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CDFCEC1-C72C-4AFF-9C6E-EE15DF50B3A1}"/>
              </a:ext>
            </a:extLst>
          </p:cNvPr>
          <p:cNvGrpSpPr/>
          <p:nvPr/>
        </p:nvGrpSpPr>
        <p:grpSpPr>
          <a:xfrm>
            <a:off x="-1" y="6042322"/>
            <a:ext cx="12192002" cy="815678"/>
            <a:chOff x="-1" y="5114925"/>
            <a:chExt cx="12192002" cy="1743075"/>
          </a:xfrm>
        </p:grpSpPr>
        <p:sp>
          <p:nvSpPr>
            <p:cNvPr id="9" name="íṥ1íde">
              <a:extLst>
                <a:ext uri="{FF2B5EF4-FFF2-40B4-BE49-F238E27FC236}">
                  <a16:creationId xmlns:a16="http://schemas.microsoft.com/office/drawing/2014/main" id="{6E2BA51F-A4D9-4F46-8543-10DB138EA98E}"/>
                </a:ext>
              </a:extLst>
            </p:cNvPr>
            <p:cNvSpPr/>
            <p:nvPr/>
          </p:nvSpPr>
          <p:spPr>
            <a:xfrm>
              <a:off x="-1" y="5114925"/>
              <a:ext cx="12192001" cy="1743075"/>
            </a:xfrm>
            <a:custGeom>
              <a:avLst/>
              <a:gdLst/>
              <a:ahLst/>
              <a:cxnLst/>
              <a:rect l="0" t="0" r="0" b="0"/>
              <a:pathLst>
                <a:path w="12192001" h="3741094" extrusionOk="0">
                  <a:moveTo>
                    <a:pt x="0" y="51100"/>
                  </a:moveTo>
                  <a:cubicBezTo>
                    <a:pt x="1197428" y="-363602"/>
                    <a:pt x="4795521" y="1882077"/>
                    <a:pt x="6831875" y="1879900"/>
                  </a:cubicBezTo>
                  <a:cubicBezTo>
                    <a:pt x="8868229" y="1877723"/>
                    <a:pt x="11357429" y="825119"/>
                    <a:pt x="12192000" y="1239821"/>
                  </a:cubicBezTo>
                  <a:cubicBezTo>
                    <a:pt x="12192000" y="2073579"/>
                    <a:pt x="12192001" y="2907336"/>
                    <a:pt x="12192001" y="3741094"/>
                  </a:cubicBezTo>
                  <a:lnTo>
                    <a:pt x="1" y="3741094"/>
                  </a:lnTo>
                  <a:cubicBezTo>
                    <a:pt x="1" y="2511096"/>
                    <a:pt x="0" y="1281098"/>
                    <a:pt x="0" y="51100"/>
                  </a:cubicBezTo>
                  <a:close/>
                </a:path>
              </a:pathLst>
            </a:custGeom>
            <a:solidFill>
              <a:srgbClr val="FFFFFF">
                <a:lumMod val="85000"/>
              </a:srgbClr>
            </a:solidFill>
            <a:ln>
              <a:noFill/>
            </a:ln>
            <a:effectLst/>
          </p:spPr>
          <p:txBody>
            <a:bodyPr spcFirstLastPara="1" wrap="square" lIns="91440" tIns="45720" rIns="91440" bIns="45720" anchor="ctr" anchorCtr="0">
              <a:normAutofit fontScale="25000" lnSpcReduction="20000"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90204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YaHei"/>
              </a:endParaRPr>
            </a:p>
          </p:txBody>
        </p:sp>
        <p:sp>
          <p:nvSpPr>
            <p:cNvPr id="10" name="ïsļidê">
              <a:extLst>
                <a:ext uri="{FF2B5EF4-FFF2-40B4-BE49-F238E27FC236}">
                  <a16:creationId xmlns:a16="http://schemas.microsoft.com/office/drawing/2014/main" id="{E039ED5A-27C8-46FD-A729-046833071DC5}"/>
                </a:ext>
              </a:extLst>
            </p:cNvPr>
            <p:cNvSpPr/>
            <p:nvPr/>
          </p:nvSpPr>
          <p:spPr>
            <a:xfrm>
              <a:off x="0" y="5729076"/>
              <a:ext cx="12192001" cy="1128921"/>
            </a:xfrm>
            <a:custGeom>
              <a:avLst/>
              <a:gdLst/>
              <a:ahLst/>
              <a:cxnLst/>
              <a:rect l="0" t="0" r="0" b="0"/>
              <a:pathLst>
                <a:path w="12192001" h="3741094" extrusionOk="0">
                  <a:moveTo>
                    <a:pt x="0" y="51100"/>
                  </a:moveTo>
                  <a:cubicBezTo>
                    <a:pt x="1197428" y="-363602"/>
                    <a:pt x="4795521" y="1882077"/>
                    <a:pt x="6831875" y="1879900"/>
                  </a:cubicBezTo>
                  <a:cubicBezTo>
                    <a:pt x="8868229" y="1877723"/>
                    <a:pt x="11357429" y="825119"/>
                    <a:pt x="12192000" y="1239821"/>
                  </a:cubicBezTo>
                  <a:cubicBezTo>
                    <a:pt x="12192000" y="2073579"/>
                    <a:pt x="12192001" y="2907336"/>
                    <a:pt x="12192001" y="3741094"/>
                  </a:cubicBezTo>
                  <a:lnTo>
                    <a:pt x="1" y="3741094"/>
                  </a:lnTo>
                  <a:cubicBezTo>
                    <a:pt x="1" y="2511096"/>
                    <a:pt x="0" y="1281098"/>
                    <a:pt x="0" y="51100"/>
                  </a:cubicBezTo>
                  <a:close/>
                </a:path>
              </a:pathLst>
            </a:custGeom>
            <a:solidFill>
              <a:srgbClr val="083F7F"/>
            </a:solidFill>
            <a:ln>
              <a:noFill/>
            </a:ln>
            <a:effectLst/>
          </p:spPr>
          <p:txBody>
            <a:bodyPr spcFirstLastPara="1" wrap="square" lIns="91440" tIns="45720" rIns="91440" bIns="45720" anchor="ctr" anchorCtr="0">
              <a:normAutofit fontScale="25000" lnSpcReduction="20000"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90204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YaHei"/>
              </a:endParaRPr>
            </a:p>
          </p:txBody>
        </p:sp>
      </p:grp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F22F27CA-5E6E-4762-8DE2-3B18CBE709A2}"/>
              </a:ext>
            </a:extLst>
          </p:cNvPr>
          <p:cNvSpPr txBox="1">
            <a:spLocks/>
          </p:cNvSpPr>
          <p:nvPr/>
        </p:nvSpPr>
        <p:spPr>
          <a:xfrm>
            <a:off x="9213479" y="6492875"/>
            <a:ext cx="27432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AFD64F0-5018-4E6E-A20B-8D7DA5A17E99}" type="slidenum">
              <a:rPr lang="zh-CN" altLang="en-US" sz="2000" smtClean="0">
                <a:solidFill>
                  <a:schemeClr val="bg1"/>
                </a:solidFill>
                <a:latin typeface="Arial"/>
                <a:ea typeface="Microsoft YaHei"/>
              </a:rPr>
              <a:pPr/>
              <a:t>2</a:t>
            </a:fld>
            <a:endParaRPr lang="zh-CN" altLang="en-US" sz="2000" dirty="0">
              <a:solidFill>
                <a:schemeClr val="bg1"/>
              </a:solidFill>
              <a:latin typeface="Arial"/>
              <a:ea typeface="Microsoft YaHei"/>
            </a:endParaRPr>
          </a:p>
        </p:txBody>
      </p:sp>
      <p:pic>
        <p:nvPicPr>
          <p:cNvPr id="13" name="图片 1">
            <a:extLst>
              <a:ext uri="{FF2B5EF4-FFF2-40B4-BE49-F238E27FC236}">
                <a16:creationId xmlns:a16="http://schemas.microsoft.com/office/drawing/2014/main" id="{ACAEE91A-E2B7-4A84-BDF3-883B0F04E2B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" y="0"/>
            <a:ext cx="990599" cy="98574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12868B1-2BE8-4618-A7F7-0096F8C3FC39}"/>
              </a:ext>
            </a:extLst>
          </p:cNvPr>
          <p:cNvSpPr txBox="1"/>
          <p:nvPr/>
        </p:nvSpPr>
        <p:spPr>
          <a:xfrm>
            <a:off x="819148" y="1679519"/>
            <a:ext cx="10306052" cy="3154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09000"/>
              </a:lnSpc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zh-CN" sz="3600" dirty="0" err="1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Xxx</a:t>
            </a:r>
            <a:endParaRPr lang="en-US" altLang="zh-CN" sz="3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514350" indent="-514350">
              <a:lnSpc>
                <a:spcPct val="109000"/>
              </a:lnSpc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zh-CN" sz="3600" i="0" dirty="0" err="1"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Xxx</a:t>
            </a:r>
            <a:endParaRPr lang="en-US" altLang="zh-CN" sz="3600" i="0" dirty="0">
              <a:effectLst/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514350" indent="-514350">
              <a:lnSpc>
                <a:spcPct val="109000"/>
              </a:lnSpc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zh-CN" sz="3600" dirty="0" err="1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Xxx</a:t>
            </a:r>
            <a:endParaRPr lang="en-US" altLang="zh-CN" sz="3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514350" indent="-514350">
              <a:lnSpc>
                <a:spcPct val="109000"/>
              </a:lnSpc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endParaRPr lang="en-US" altLang="zh-CN" sz="3600" i="0" dirty="0">
              <a:effectLst/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8367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CEC1F0D-A587-4FCC-B638-C7A416366B4E}"/>
              </a:ext>
            </a:extLst>
          </p:cNvPr>
          <p:cNvCxnSpPr>
            <a:cxnSpLocks/>
          </p:cNvCxnSpPr>
          <p:nvPr/>
        </p:nvCxnSpPr>
        <p:spPr>
          <a:xfrm>
            <a:off x="0" y="964121"/>
            <a:ext cx="12192002" cy="0"/>
          </a:xfrm>
          <a:prstGeom prst="line">
            <a:avLst/>
          </a:prstGeom>
          <a:noFill/>
          <a:ln w="38100" cap="flat" cmpd="sng" algn="ctr">
            <a:solidFill>
              <a:srgbClr val="164C8C"/>
            </a:solidFill>
            <a:prstDash val="solid"/>
            <a:miter lim="800000"/>
          </a:ln>
          <a:effectLst/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3C181C2-5D9E-4274-8D30-AAEFC94FE076}"/>
              </a:ext>
            </a:extLst>
          </p:cNvPr>
          <p:cNvSpPr txBox="1"/>
          <p:nvPr/>
        </p:nvSpPr>
        <p:spPr>
          <a:xfrm>
            <a:off x="171448" y="112538"/>
            <a:ext cx="85852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altLang="zh-CN" sz="4000" b="1" dirty="0" err="1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xxxxxxx</a:t>
            </a:r>
            <a:endParaRPr lang="en-US" sz="4000" b="1" dirty="0">
              <a:solidFill>
                <a:srgbClr val="000000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F22F27CA-5E6E-4762-8DE2-3B18CBE709A2}"/>
              </a:ext>
            </a:extLst>
          </p:cNvPr>
          <p:cNvSpPr txBox="1">
            <a:spLocks/>
          </p:cNvSpPr>
          <p:nvPr/>
        </p:nvSpPr>
        <p:spPr>
          <a:xfrm>
            <a:off x="9213479" y="6492875"/>
            <a:ext cx="27432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AFD64F0-5018-4E6E-A20B-8D7DA5A17E99}" type="slidenum">
              <a:rPr lang="zh-CN" altLang="en-US" sz="2000" smtClean="0">
                <a:latin typeface="Arial"/>
                <a:ea typeface="Microsoft YaHei"/>
              </a:rPr>
              <a:pPr/>
              <a:t>3</a:t>
            </a:fld>
            <a:endParaRPr lang="zh-CN" altLang="en-US" sz="2000" dirty="0">
              <a:latin typeface="Arial"/>
              <a:ea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47144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imeline&#10;&#10;Description automatically generated with medium confidence">
            <a:extLst>
              <a:ext uri="{FF2B5EF4-FFF2-40B4-BE49-F238E27FC236}">
                <a16:creationId xmlns:a16="http://schemas.microsoft.com/office/drawing/2014/main" id="{4F2A2A8F-9517-4690-9118-9E9C119DEE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3589811" cy="964121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CEC1F0D-A587-4FCC-B638-C7A416366B4E}"/>
              </a:ext>
            </a:extLst>
          </p:cNvPr>
          <p:cNvCxnSpPr>
            <a:cxnSpLocks/>
          </p:cNvCxnSpPr>
          <p:nvPr/>
        </p:nvCxnSpPr>
        <p:spPr>
          <a:xfrm>
            <a:off x="0" y="964121"/>
            <a:ext cx="12192002" cy="0"/>
          </a:xfrm>
          <a:prstGeom prst="line">
            <a:avLst/>
          </a:prstGeom>
          <a:noFill/>
          <a:ln w="38100" cap="flat" cmpd="sng" algn="ctr">
            <a:solidFill>
              <a:srgbClr val="164C8C"/>
            </a:solidFill>
            <a:prstDash val="solid"/>
            <a:miter lim="800000"/>
          </a:ln>
          <a:effectLst/>
        </p:spPr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CDFCEC1-C72C-4AFF-9C6E-EE15DF50B3A1}"/>
              </a:ext>
            </a:extLst>
          </p:cNvPr>
          <p:cNvGrpSpPr/>
          <p:nvPr/>
        </p:nvGrpSpPr>
        <p:grpSpPr>
          <a:xfrm>
            <a:off x="-1" y="6042322"/>
            <a:ext cx="12192002" cy="815678"/>
            <a:chOff x="-1" y="5114925"/>
            <a:chExt cx="12192002" cy="1743075"/>
          </a:xfrm>
        </p:grpSpPr>
        <p:sp>
          <p:nvSpPr>
            <p:cNvPr id="9" name="íṥ1íde">
              <a:extLst>
                <a:ext uri="{FF2B5EF4-FFF2-40B4-BE49-F238E27FC236}">
                  <a16:creationId xmlns:a16="http://schemas.microsoft.com/office/drawing/2014/main" id="{6E2BA51F-A4D9-4F46-8543-10DB138EA98E}"/>
                </a:ext>
              </a:extLst>
            </p:cNvPr>
            <p:cNvSpPr/>
            <p:nvPr/>
          </p:nvSpPr>
          <p:spPr>
            <a:xfrm>
              <a:off x="-1" y="5114925"/>
              <a:ext cx="12192001" cy="1743075"/>
            </a:xfrm>
            <a:custGeom>
              <a:avLst/>
              <a:gdLst/>
              <a:ahLst/>
              <a:cxnLst/>
              <a:rect l="0" t="0" r="0" b="0"/>
              <a:pathLst>
                <a:path w="12192001" h="3741094" extrusionOk="0">
                  <a:moveTo>
                    <a:pt x="0" y="51100"/>
                  </a:moveTo>
                  <a:cubicBezTo>
                    <a:pt x="1197428" y="-363602"/>
                    <a:pt x="4795521" y="1882077"/>
                    <a:pt x="6831875" y="1879900"/>
                  </a:cubicBezTo>
                  <a:cubicBezTo>
                    <a:pt x="8868229" y="1877723"/>
                    <a:pt x="11357429" y="825119"/>
                    <a:pt x="12192000" y="1239821"/>
                  </a:cubicBezTo>
                  <a:cubicBezTo>
                    <a:pt x="12192000" y="2073579"/>
                    <a:pt x="12192001" y="2907336"/>
                    <a:pt x="12192001" y="3741094"/>
                  </a:cubicBezTo>
                  <a:lnTo>
                    <a:pt x="1" y="3741094"/>
                  </a:lnTo>
                  <a:cubicBezTo>
                    <a:pt x="1" y="2511096"/>
                    <a:pt x="0" y="1281098"/>
                    <a:pt x="0" y="51100"/>
                  </a:cubicBezTo>
                  <a:close/>
                </a:path>
              </a:pathLst>
            </a:custGeom>
            <a:solidFill>
              <a:srgbClr val="FFFFFF">
                <a:lumMod val="85000"/>
              </a:srgbClr>
            </a:solidFill>
            <a:ln>
              <a:noFill/>
            </a:ln>
            <a:effectLst/>
          </p:spPr>
          <p:txBody>
            <a:bodyPr spcFirstLastPara="1" wrap="square" lIns="91440" tIns="45720" rIns="91440" bIns="45720" anchor="ctr" anchorCtr="0">
              <a:normAutofit fontScale="25000" lnSpcReduction="20000"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90204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YaHei"/>
              </a:endParaRPr>
            </a:p>
          </p:txBody>
        </p:sp>
        <p:sp>
          <p:nvSpPr>
            <p:cNvPr id="10" name="ïsļidê">
              <a:extLst>
                <a:ext uri="{FF2B5EF4-FFF2-40B4-BE49-F238E27FC236}">
                  <a16:creationId xmlns:a16="http://schemas.microsoft.com/office/drawing/2014/main" id="{E039ED5A-27C8-46FD-A729-046833071DC5}"/>
                </a:ext>
              </a:extLst>
            </p:cNvPr>
            <p:cNvSpPr/>
            <p:nvPr/>
          </p:nvSpPr>
          <p:spPr>
            <a:xfrm>
              <a:off x="0" y="5729076"/>
              <a:ext cx="12192001" cy="1128921"/>
            </a:xfrm>
            <a:custGeom>
              <a:avLst/>
              <a:gdLst/>
              <a:ahLst/>
              <a:cxnLst/>
              <a:rect l="0" t="0" r="0" b="0"/>
              <a:pathLst>
                <a:path w="12192001" h="3741094" extrusionOk="0">
                  <a:moveTo>
                    <a:pt x="0" y="51100"/>
                  </a:moveTo>
                  <a:cubicBezTo>
                    <a:pt x="1197428" y="-363602"/>
                    <a:pt x="4795521" y="1882077"/>
                    <a:pt x="6831875" y="1879900"/>
                  </a:cubicBezTo>
                  <a:cubicBezTo>
                    <a:pt x="8868229" y="1877723"/>
                    <a:pt x="11357429" y="825119"/>
                    <a:pt x="12192000" y="1239821"/>
                  </a:cubicBezTo>
                  <a:cubicBezTo>
                    <a:pt x="12192000" y="2073579"/>
                    <a:pt x="12192001" y="2907336"/>
                    <a:pt x="12192001" y="3741094"/>
                  </a:cubicBezTo>
                  <a:lnTo>
                    <a:pt x="1" y="3741094"/>
                  </a:lnTo>
                  <a:cubicBezTo>
                    <a:pt x="1" y="2511096"/>
                    <a:pt x="0" y="1281098"/>
                    <a:pt x="0" y="51100"/>
                  </a:cubicBezTo>
                  <a:close/>
                </a:path>
              </a:pathLst>
            </a:custGeom>
            <a:solidFill>
              <a:srgbClr val="083F7F"/>
            </a:solidFill>
            <a:ln>
              <a:noFill/>
            </a:ln>
            <a:effectLst/>
          </p:spPr>
          <p:txBody>
            <a:bodyPr spcFirstLastPara="1" wrap="square" lIns="91440" tIns="45720" rIns="91440" bIns="45720" anchor="ctr" anchorCtr="0">
              <a:normAutofit fontScale="25000" lnSpcReduction="20000"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90204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YaHei"/>
              </a:endParaRPr>
            </a:p>
          </p:txBody>
        </p:sp>
      </p:grp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F22F27CA-5E6E-4762-8DE2-3B18CBE709A2}"/>
              </a:ext>
            </a:extLst>
          </p:cNvPr>
          <p:cNvSpPr txBox="1">
            <a:spLocks/>
          </p:cNvSpPr>
          <p:nvPr/>
        </p:nvSpPr>
        <p:spPr>
          <a:xfrm>
            <a:off x="9213479" y="6492875"/>
            <a:ext cx="27432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AFD64F0-5018-4E6E-A20B-8D7DA5A17E99}" type="slidenum">
              <a:rPr lang="zh-CN" altLang="en-US" sz="2000" smtClean="0">
                <a:solidFill>
                  <a:schemeClr val="bg1"/>
                </a:solidFill>
                <a:latin typeface="Arial"/>
                <a:ea typeface="Microsoft YaHei"/>
              </a:rPr>
              <a:pPr/>
              <a:t>4</a:t>
            </a:fld>
            <a:endParaRPr lang="zh-CN" altLang="en-US" sz="2000" dirty="0">
              <a:solidFill>
                <a:schemeClr val="bg1"/>
              </a:solidFill>
              <a:latin typeface="Arial"/>
              <a:ea typeface="Microsoft YaHei"/>
            </a:endParaRPr>
          </a:p>
        </p:txBody>
      </p:sp>
      <p:pic>
        <p:nvPicPr>
          <p:cNvPr id="13" name="图片 1">
            <a:extLst>
              <a:ext uri="{FF2B5EF4-FFF2-40B4-BE49-F238E27FC236}">
                <a16:creationId xmlns:a16="http://schemas.microsoft.com/office/drawing/2014/main" id="{ACAEE91A-E2B7-4A84-BDF3-883B0F04E2B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" y="0"/>
            <a:ext cx="990599" cy="98574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8C3D2FE-1C77-4808-A158-5FCBDB0DE32E}"/>
              </a:ext>
            </a:extLst>
          </p:cNvPr>
          <p:cNvSpPr txBox="1"/>
          <p:nvPr/>
        </p:nvSpPr>
        <p:spPr>
          <a:xfrm>
            <a:off x="2555630" y="2271471"/>
            <a:ext cx="7080740" cy="2315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6000" b="1" dirty="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衷心感谢大家</a:t>
            </a:r>
          </a:p>
          <a:p>
            <a:pPr algn="ctr" defTabSz="6858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6000" b="1" dirty="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敬请批评指正</a:t>
            </a:r>
          </a:p>
        </p:txBody>
      </p:sp>
    </p:spTree>
    <p:extLst>
      <p:ext uri="{BB962C8B-B14F-4D97-AF65-F5344CB8AC3E}">
        <p14:creationId xmlns:p14="http://schemas.microsoft.com/office/powerpoint/2010/main" val="1224886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1502</TotalTime>
  <Words>41</Words>
  <Application>Microsoft Office PowerPoint</Application>
  <PresentationFormat>Widescreen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黑体</vt:lpstr>
      <vt:lpstr>微软雅黑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Geometric Metasurface Photodetectors for Polarized Mid-infrared Light</dc:title>
  <dc:creator>wei Jingxuan</dc:creator>
  <cp:lastModifiedBy>Jingxuan wei</cp:lastModifiedBy>
  <cp:revision>120</cp:revision>
  <dcterms:created xsi:type="dcterms:W3CDTF">2023-06-25T03:13:22Z</dcterms:created>
  <dcterms:modified xsi:type="dcterms:W3CDTF">2025-09-02T06:47:09Z</dcterms:modified>
</cp:coreProperties>
</file>